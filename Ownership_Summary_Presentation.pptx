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Ownership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Responsibilities Across Wibmo, Juspay, and Spice Money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This presentation explains how different companies handle various parts of our UPI + Wallet system.</a:t>
            </a:r>
          </a:p>
          <a:p>
            <a:pPr>
              <a:defRPr sz="2000">
                <a:solidFill>
                  <a:srgbClr val="333333"/>
                </a:solidFill>
              </a:defRPr>
            </a:pP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It shows who is responsible for what, in a simple and clear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🔧 Wibmo – The Core 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Wibmo handles the backbone systems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They build and manage the core logic behind UPI and wallet operations.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✅ Responsibilities: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Login and session management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Customer onboarding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Wallet creation &amp; management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UPI flow coordination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Aadhaar &amp; PAN name matching (via Hyperverge)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Blocking risky users (negative directory: mobile, name, PIN code, PAN, etc.)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Generating transaction reports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Submitting reports to RBI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FRMS (Fraud Risk Monitoring System) integration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Customer risk profiling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📊 Data Handled by Wibmo: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Customer details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Wallet data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eKYC verification data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All reporting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🔄 Juspay – The UPI Expert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Juspay manages UPI transaction flow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They handle how payments move securely from the user to the bank and back.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✅ Responsibilities: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Device binding (connecting phone to UPI)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UPI transaction steps (initiate, send, receive)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Secure encryption &amp; decryption between Wibmo and NPCI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🧑‍💼 Spice Money – The Agent &amp; Services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Spice Money manages agents and app features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They are responsible for what agents see and do in the app.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✅ Responsibilities: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App dashboard for agents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BBPS services (bill payments)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Agent onboarding fee handling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Commission calculations for agents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Wallet features for Spice Money agents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Syncing BBPS transaction updates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Secure data exchange with Wibmo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Reports for matching and reconciliation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Summary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333333"/>
                </a:solidFill>
                <a:latin typeface="Courier New"/>
              </a:defRPr>
            </a:pPr>
            <a:r>
              <a:t>Company          | Main Role              | Key Responsibilities</a:t>
            </a:r>
          </a:p>
          <a:p>
            <a:pPr>
              <a:defRPr sz="1400">
                <a:solidFill>
                  <a:srgbClr val="333333"/>
                </a:solidFill>
                <a:latin typeface="Courier New"/>
              </a:defRPr>
            </a:pPr>
            <a:r>
              <a:t>-----------------|------------------------|--------------------------------------------------</a:t>
            </a:r>
          </a:p>
          <a:p>
            <a:pPr>
              <a:defRPr sz="1400">
                <a:solidFill>
                  <a:srgbClr val="333333"/>
                </a:solidFill>
                <a:latin typeface="Courier New"/>
              </a:defRPr>
            </a:pPr>
            <a:r>
              <a:t>Wibmo           | Core system builder    | Login, wallet, UPI flow, onboarding, eKYC, RBI reports, fraud checks</a:t>
            </a:r>
          </a:p>
          <a:p>
            <a:pPr>
              <a:defRPr sz="1400">
                <a:solidFill>
                  <a:srgbClr val="333333"/>
                </a:solidFill>
                <a:latin typeface="Courier New"/>
              </a:defRPr>
            </a:pPr>
            <a:r>
              <a:t>Juspay          | UPI transaction handler| UPI steps, device link, encryption with NPCI</a:t>
            </a:r>
          </a:p>
          <a:p>
            <a:pPr>
              <a:defRPr sz="1400">
                <a:solidFill>
                  <a:srgbClr val="333333"/>
                </a:solidFill>
                <a:latin typeface="Courier New"/>
              </a:defRPr>
            </a:pPr>
            <a:r>
              <a:t>Spice Money     | Agent &amp; service mgmt   | Dashboard, BBPS, agent onboarding, commissions, wallet for agents, reconciliation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• This structure helps ensure smooth operations between UPI, Wallet, App Interface, and Compliance.</a:t>
            </a:r>
          </a:p>
          <a:p>
            <a:pPr>
              <a:defRPr sz="2000">
                <a:solidFill>
                  <a:srgbClr val="333333"/>
                </a:solidFill>
              </a:defRPr>
            </a:pP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Each partner plays a special role, like team members in a relay race — passing data securely and efficiently.</a:t>
            </a:r>
          </a:p>
          <a:p>
            <a:pPr>
              <a:defRPr sz="2000">
                <a:solidFill>
                  <a:srgbClr val="333333"/>
                </a:solidFill>
              </a:defRPr>
            </a:pP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Clear separation of responsibilities ensures accountability and streamlined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